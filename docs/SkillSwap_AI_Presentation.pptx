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7FFF"/>
                </a:solidFill>
                <a:latin typeface="Calibri"/>
              </a:rPr>
              <a:t>SMART INDIA HACKATHON  · 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SkillSwap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8B0C4"/>
                </a:solidFill>
                <a:latin typeface="Calibri"/>
              </a:rPr>
              <a:t>AI-powered marketplace where students &amp; young creators
showcase proof of skill, get matched intelligently, and deliver securely.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Not a Fiverr clone  ·  Trust-weighted matching  ·  Milestone-safe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C4"/>
                </a:solidFill>
                <a:latin typeface="Calibri"/>
              </a:rPr>
              <a:t>Live: skillswap-ai-ecru.vercel.app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Why traditional freelancing fails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94960" cy="19202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A0FF"/>
                </a:solidFill>
                <a:latin typeface="Calibri"/>
              </a:rPr>
              <a:t>Experience gatekeeping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Marketplaces rank by years of work — students with strong projects get buried.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94960" cy="19202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A0FF"/>
                </a:solidFill>
                <a:latin typeface="Calibri"/>
              </a:rPr>
              <a:t>Race to the bottom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231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Lowest-price ranking pushes underbidding, weak quality, and distrust.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94960" cy="19202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69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A0FF"/>
                </a:solidFill>
                <a:latin typeface="Calibri"/>
              </a:rPr>
              <a:t>Weak portfolios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17719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Raw college projects don't look client-ready without heavy rewrite effort.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39"/>
            <a:ext cx="5394960" cy="19202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069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A0FF"/>
                </a:solidFill>
                <a:latin typeface="Calibri"/>
              </a:rPr>
              <a:t>Unsafe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617719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Flat pay-after-delivery models expose young creators to scope creep and unpaid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SkillSwap AI — proof-of-skill marketplace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AI Portfolio Builder turns uploads + notes into client-ready cards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Trust-weighted Talent Match (skills, portfolio, trust — never cheapest first)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Gig marketplace for creators + browse/save for clients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Milestone booking workflow: Pending → Accepted → In Progress → Submitted → Completed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Verified reviews only after completed projects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Realtime chat, notifications, analytics for both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Creator and Client 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9496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7FFF"/>
                </a:solidFill>
                <a:latin typeface="Calibri"/>
              </a:rPr>
              <a:t>Creator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Register as Creator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Build AI portfolio cards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Publish gigs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Accept bookings + milestones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Submit delivery → earn trust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Track earnings &amp;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9496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7FFF"/>
                </a:solidFill>
                <a:latin typeface="Calibr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Register as Client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Post a job brief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Get AI talent matches + reasons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Browse / save creators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Book with milestones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B0C4"/>
                </a:solidFill>
                <a:latin typeface="Calibri"/>
              </a:rPr>
              <a:t>•  Complete → leave verified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Production deployment topology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F7FFF"/>
                </a:solidFill>
                <a:latin typeface="Calibri"/>
              </a:rPr>
              <a:t>Vercel
Frontend
React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0312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AA0FF"/>
                </a:solidFill>
                <a:latin typeface="Calibri"/>
              </a:rPr>
              <a:t>Railway
Backend
FastAPI + 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0312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B0C4"/>
                </a:solidFill>
                <a:latin typeface="Calibri"/>
              </a:rPr>
              <a:t>Supabase
PostgreSQL
Schema + Seed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10312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Cloudinary
Media
Uploads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B0C4"/>
                </a:solidFill>
                <a:latin typeface="Calibri"/>
              </a:rPr>
              <a:t>HTTPS  →  JWT Auth / REST / WebSocket  →  SQLAlchemy + Alembic  →  OpenAI-compatible AI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Provider-abstracted OpenAI-compatible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generate_portfolio()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Title, description, skills, tools, portfolio card from uploads +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match_creators()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Compatibility score + human reasons using skills, tags, portfolio, trust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suggest_pricing()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Category + experience aware gig pricing guidance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3776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chat_assistant()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Brief writing help for creators and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UI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Premium dark SaaS — Apple × Linear × Stripe inspired</a:t>
            </a:r>
          </a:p>
        </p:txBody>
      </p:sp>
      <p:pic>
        <p:nvPicPr>
          <p:cNvPr id="6" name="Picture 5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AA0FF"/>
                </a:solidFill>
                <a:latin typeface="Calibri"/>
              </a:rPr>
              <a:t>Landing</a:t>
            </a:r>
          </a:p>
        </p:txBody>
      </p:sp>
      <p:pic>
        <p:nvPicPr>
          <p:cNvPr id="8" name="Picture 7" descr="creato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36576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AA0FF"/>
                </a:solidFill>
                <a:latin typeface="Calibri"/>
              </a:rPr>
              <a:t>Creator Dashboard</a:t>
            </a:r>
          </a:p>
        </p:txBody>
      </p:sp>
      <p:pic>
        <p:nvPicPr>
          <p:cNvPr id="10" name="Picture 9" descr="ai-bui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17320"/>
            <a:ext cx="36576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AA0FF"/>
                </a:solidFill>
                <a:latin typeface="Calibri"/>
              </a:rPr>
              <a:t>AI Portfolio Builder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UI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Client experience</a:t>
            </a:r>
          </a:p>
        </p:txBody>
      </p:sp>
      <p:pic>
        <p:nvPicPr>
          <p:cNvPr id="6" name="Picture 5" descr="cli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AA0FF"/>
                </a:solidFill>
                <a:latin typeface="Calibri"/>
              </a:rPr>
              <a:t>Client Dashboard</a:t>
            </a:r>
          </a:p>
        </p:txBody>
      </p:sp>
      <p:pic>
        <p:nvPicPr>
          <p:cNvPr id="8" name="Picture 7" descr="post-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36576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AA0FF"/>
                </a:solidFill>
                <a:latin typeface="Calibri"/>
              </a:rPr>
              <a:t>Post Job + Match</a:t>
            </a:r>
          </a:p>
        </p:txBody>
      </p:sp>
      <p:pic>
        <p:nvPicPr>
          <p:cNvPr id="10" name="Picture 9" descr="browse-crea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17320"/>
            <a:ext cx="36576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AA0FF"/>
                </a:solidFill>
                <a:latin typeface="Calibri"/>
              </a:rPr>
              <a:t>Browse Creators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PostgreSQL on Supabase · SQLAlchemy models + Alembic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92024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0574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CreatorProfiles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92024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0574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ClientProfiles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92024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0574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PortfolioProjects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92024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0574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0896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46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Jobs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310896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3246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Bookings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310896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246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Milestones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10896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246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10896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246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Messages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29768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348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Conversations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429768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44348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429768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44348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SavedGigs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429768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44348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SavedJobs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4297680"/>
            <a:ext cx="1965960" cy="640080"/>
          </a:xfrm>
          <a:prstGeom prst="roundRect">
            <a:avLst>
              <a:gd name="adj" fmla="val 20000"/>
            </a:avLst>
          </a:prstGeom>
          <a:solidFill>
            <a:srgbClr val="1C1C24"/>
          </a:solidFill>
          <a:ln>
            <a:solidFill>
              <a:srgbClr val="4F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44348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SavedCreators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Modular · scalable · production-ready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1188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7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React 18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Vite + TypeScript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Tailwind CSS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React Router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Framer Motion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React Query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61188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7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Python 3.11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FastAPI + Uvicorn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SQLAlchemy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Alembic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JWT + Refresh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Pydantic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SlowAPI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61188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7FFF"/>
                </a:solidFill>
                <a:latin typeface="Calibri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PostgreSQL (Supabase)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Cloudinary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Vercel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Railway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WebSockets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A8B0C4"/>
                </a:solidFill>
                <a:latin typeface="Calibri"/>
              </a:rPr>
              <a:t>•  OpenAI-compatible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Sustainable marketplace for student talent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Marketplace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Small commission on completed milestone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Creator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Boosted visibility, advanced analytics, AI credits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Client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Multi-seat hiring workspaces for campuses &amp; startups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AA0FF"/>
                </a:solidFill>
                <a:latin typeface="Calibri"/>
              </a:rPr>
              <a:t>Verified 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4"/>
                </a:solidFill>
                <a:latin typeface="Calibri"/>
              </a:rPr>
              <a:t>Optional identity / institute verification partnerships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A0FF"/>
                </a:solidFill>
                <a:latin typeface="Calibri"/>
              </a:rPr>
              <a:t>Roadmap beyond SIH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4572000"/>
          </a:xfrm>
          <a:prstGeom prst="roundRect">
            <a:avLst>
              <a:gd name="adj" fmla="val 10000"/>
            </a:avLst>
          </a:prstGeom>
          <a:solidFill>
            <a:srgbClr val="16161D"/>
          </a:solidFill>
          <a:ln>
            <a:solidFill>
              <a:srgbClr val="2E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Payment gateway + escrow for milestone releases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Vector embeddings for deeper portfolio similarity matching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Mobile apps (React Native) for creators on the go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Institute SSO / campus talent hubs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AI contract assistant + dispute mediation support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Multi-language support for Bharat-scale reach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AA0FF"/>
                </a:solidFill>
                <a:latin typeface="Calibri"/>
              </a:rPr>
              <a:t>SkillSwap AI  ·  Smart India Hackathon Track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B0C4"/>
                </a:solidFill>
                <a:latin typeface="Calibri"/>
              </a:rPr>
              <a:t>Demo  https://skillswap-ai-ecru.vercel.app
GitHub  https://github.com/devanshgupta2610/SkillSwap-AI
API  https://skillswap-ai-api-production.up.railway.app/docs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7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